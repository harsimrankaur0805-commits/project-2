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806D4-C35A-4428-A195-025EBE608C03}" type="datetimeFigureOut">
              <a:rPr lang="en-IN" smtClean="0"/>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19A73A-BF5E-48D2-A756-834FF818F831}" type="slidenum">
              <a:rPr lang="en-IN" smtClean="0"/>
              <a:t>‹#›</a:t>
            </a:fld>
            <a:endParaRPr lang="en-IN"/>
          </a:p>
        </p:txBody>
      </p:sp>
    </p:spTree>
    <p:extLst>
      <p:ext uri="{BB962C8B-B14F-4D97-AF65-F5344CB8AC3E}">
        <p14:creationId xmlns:p14="http://schemas.microsoft.com/office/powerpoint/2010/main" val="4029975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19A73A-BF5E-48D2-A756-834FF818F831}" type="slidenum">
              <a:rPr lang="en-IN" smtClean="0"/>
              <a:t>1</a:t>
            </a:fld>
            <a:endParaRPr lang="en-IN"/>
          </a:p>
        </p:txBody>
      </p:sp>
    </p:spTree>
    <p:extLst>
      <p:ext uri="{BB962C8B-B14F-4D97-AF65-F5344CB8AC3E}">
        <p14:creationId xmlns:p14="http://schemas.microsoft.com/office/powerpoint/2010/main" val="1404810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C751-259B-DB23-585F-FB3D32CE8C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D71A57-EF24-E420-8E25-D52B84BA04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5B9622-59E7-B891-0803-9F9CBE0EABC4}"/>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152BF2CE-16C4-68A9-B261-2328F0CA88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460DD-DDF2-FC3D-C400-16B5B6501EBF}"/>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2987138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18C31-AA6F-E0AF-75E1-FE2B26EDF7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7CD1F3-25E9-684A-A722-21B94D19A2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38C05F-A884-0BE9-B454-F4804E3E9DA4}"/>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E35637F7-6383-EA3F-785D-AE2DD1BE88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98EC89-36DF-60EB-A74F-FD19AB082A49}"/>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99995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29A28-AA50-8011-3FDE-891AFA808A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40860E-3883-57CB-BC03-E7A42E5274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B39C08-6444-BCAD-3520-07BD6D3B82A4}"/>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C3433CCD-F1E0-EBD2-CC8E-53E5CDC94D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6E246-CF08-38D7-8CDC-99663B993AD6}"/>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355326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C0F56-E8A9-4D61-EDF8-07F0610001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FE6106-C1A4-A7E2-CFD3-74689B0A9E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774F59-542E-CDB5-AC48-33D1E17C0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43854E-D6A7-9872-036F-C790938FF94E}"/>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6" name="Footer Placeholder 5">
            <a:extLst>
              <a:ext uri="{FF2B5EF4-FFF2-40B4-BE49-F238E27FC236}">
                <a16:creationId xmlns:a16="http://schemas.microsoft.com/office/drawing/2014/main" id="{41C5E554-FA89-D610-25A4-0792337411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729AD1-2B0A-7B1B-C0CA-B5FB98F829F2}"/>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183506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69ACF-039F-A4AF-5A41-8BE781388C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9DEE6A-A021-CBB2-F428-BF8950B82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44A2C-00B3-089F-2375-18506DF1DC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5D4DEC-A519-F38F-4720-1259146CA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0C27D-CA83-9ADF-5C45-C696096F89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CA99EC-AEC6-E845-DFD8-7C6F919F513F}"/>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8" name="Footer Placeholder 7">
            <a:extLst>
              <a:ext uri="{FF2B5EF4-FFF2-40B4-BE49-F238E27FC236}">
                <a16:creationId xmlns:a16="http://schemas.microsoft.com/office/drawing/2014/main" id="{96518FC0-43F4-F40E-29C3-4C0FDABFF1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408C41-E589-3E68-F4FF-FFC86389E112}"/>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2241948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8984D-4C00-F2E6-EA56-E4173C36BD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383FF-B3C8-F97D-E435-ACCE366FD204}"/>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4" name="Footer Placeholder 3">
            <a:extLst>
              <a:ext uri="{FF2B5EF4-FFF2-40B4-BE49-F238E27FC236}">
                <a16:creationId xmlns:a16="http://schemas.microsoft.com/office/drawing/2014/main" id="{9212900E-8444-AD90-795D-6A3505ED7C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411536-0B94-FD2A-1294-D892118F573D}"/>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3652036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154503-AE50-1CF4-6FAD-3C83A0EBA43E}"/>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3" name="Footer Placeholder 2">
            <a:extLst>
              <a:ext uri="{FF2B5EF4-FFF2-40B4-BE49-F238E27FC236}">
                <a16:creationId xmlns:a16="http://schemas.microsoft.com/office/drawing/2014/main" id="{79D231AB-B4BA-ECC0-93C5-BAE387BC40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C2D1D9-0301-87F3-5883-DDDC3070465B}"/>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334625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CB72-8E0B-DE6A-E093-46FCE1A9C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BEB87F-3C77-0DDF-45DC-4FEFC8C9D1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68484F-C841-A195-4F60-D2265FA40F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E41BB8-72B9-FB38-4863-B9F004E2CB97}"/>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6" name="Footer Placeholder 5">
            <a:extLst>
              <a:ext uri="{FF2B5EF4-FFF2-40B4-BE49-F238E27FC236}">
                <a16:creationId xmlns:a16="http://schemas.microsoft.com/office/drawing/2014/main" id="{47A53D96-0AE9-413C-76F2-04FDACBC60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4AEF6B-E5B6-1420-0BE3-8F29D35517CA}"/>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1819226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9FA4-A5E7-807E-04B3-573AB4D940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2F3BE0-BE8B-2866-891A-E8397511DC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3BA115-91A5-422C-916B-A922690F62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15FCF-FFBF-04EF-A083-AB96F852F014}"/>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6" name="Footer Placeholder 5">
            <a:extLst>
              <a:ext uri="{FF2B5EF4-FFF2-40B4-BE49-F238E27FC236}">
                <a16:creationId xmlns:a16="http://schemas.microsoft.com/office/drawing/2014/main" id="{B3D7FF1A-FD99-320F-FEE2-A337696F9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2916FE-0B3C-D2CE-B013-15F282FA65AF}"/>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927735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B92D-7FD1-DC2D-7A26-6E3F4DAB28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E1AC6A-61AC-73D1-3DAB-3E0F1665A7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E8AD3D-A373-DFAC-1151-F653A4B58E52}"/>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9F1C6CBD-2B0E-DABF-E566-3462441B11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E482BE-9ADC-B2A1-4415-696034C39C37}"/>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3921469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138AE6-07EA-FA96-9213-F734369527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A7D9FA-C31B-FFAE-43CE-F1CC741218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4EC00C-7D02-61C5-F7B6-9A1FC263E9EF}"/>
              </a:ext>
            </a:extLst>
          </p:cNvPr>
          <p:cNvSpPr>
            <a:spLocks noGrp="1"/>
          </p:cNvSpPr>
          <p:nvPr>
            <p:ph type="dt" sz="half" idx="10"/>
          </p:nvPr>
        </p:nvSpPr>
        <p:spPr/>
        <p:txBody>
          <a:body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D8B3DE21-FFA7-3F12-4D9C-FE85EEFEB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9E0943-20B8-3CEC-28A6-8993A9D894B0}"/>
              </a:ext>
            </a:extLst>
          </p:cNvPr>
          <p:cNvSpPr>
            <a:spLocks noGrp="1"/>
          </p:cNvSpPr>
          <p:nvPr>
            <p:ph type="sldNum" sz="quarter" idx="12"/>
          </p:nvPr>
        </p:nvSpPr>
        <p:spPr/>
        <p:txBody>
          <a:bodyPr/>
          <a:lstStyle/>
          <a:p>
            <a:fld id="{AB9F6725-6688-4285-8EE0-83B4C7B8AB18}" type="slidenum">
              <a:rPr lang="en-IN" smtClean="0"/>
              <a:t>‹#›</a:t>
            </a:fld>
            <a:endParaRPr lang="en-IN"/>
          </a:p>
        </p:txBody>
      </p:sp>
    </p:spTree>
    <p:extLst>
      <p:ext uri="{BB962C8B-B14F-4D97-AF65-F5344CB8AC3E}">
        <p14:creationId xmlns:p14="http://schemas.microsoft.com/office/powerpoint/2010/main" val="1109183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FC474-6FBA-08B9-E1CB-18E93D4682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5DB0DA-4520-EC4E-40F4-FB245C995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A9BA7C-A270-167F-F60C-19FC4B909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0DBFAD-7E39-4D42-A568-1EEDC7AEB339}" type="datetimeFigureOut">
              <a:rPr lang="en-IN" smtClean="0"/>
              <a:t>25-11-2025</a:t>
            </a:fld>
            <a:endParaRPr lang="en-IN"/>
          </a:p>
        </p:txBody>
      </p:sp>
      <p:sp>
        <p:nvSpPr>
          <p:cNvPr id="5" name="Footer Placeholder 4">
            <a:extLst>
              <a:ext uri="{FF2B5EF4-FFF2-40B4-BE49-F238E27FC236}">
                <a16:creationId xmlns:a16="http://schemas.microsoft.com/office/drawing/2014/main" id="{47B8372D-45D9-BECD-FE0E-CE600334E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7BDB572-6E81-B309-E5C7-E205BEDE0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9F6725-6688-4285-8EE0-83B4C7B8AB18}" type="slidenum">
              <a:rPr lang="en-IN" smtClean="0"/>
              <a:t>‹#›</a:t>
            </a:fld>
            <a:endParaRPr lang="en-IN"/>
          </a:p>
        </p:txBody>
      </p:sp>
    </p:spTree>
    <p:extLst>
      <p:ext uri="{BB962C8B-B14F-4D97-AF65-F5344CB8AC3E}">
        <p14:creationId xmlns:p14="http://schemas.microsoft.com/office/powerpoint/2010/main" val="771008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5750E-2E45-1CAF-25DE-D49F55B09DAE}"/>
              </a:ext>
            </a:extLst>
          </p:cNvPr>
          <p:cNvSpPr>
            <a:spLocks noGrp="1"/>
          </p:cNvSpPr>
          <p:nvPr>
            <p:ph type="ctrTitle"/>
          </p:nvPr>
        </p:nvSpPr>
        <p:spPr/>
        <p:txBody>
          <a:bodyPr/>
          <a:lstStyle/>
          <a:p>
            <a:r>
              <a:rPr lang="en-IN" b="1" dirty="0">
                <a:solidFill>
                  <a:srgbClr val="C00000"/>
                </a:solidFill>
              </a:rPr>
              <a:t>NextHikes IT Solutions</a:t>
            </a:r>
            <a:br>
              <a:rPr lang="en-IN" b="1" dirty="0"/>
            </a:br>
            <a:endParaRPr lang="en-IN" dirty="0"/>
          </a:p>
        </p:txBody>
      </p:sp>
      <p:sp>
        <p:nvSpPr>
          <p:cNvPr id="3" name="Subtitle 2">
            <a:extLst>
              <a:ext uri="{FF2B5EF4-FFF2-40B4-BE49-F238E27FC236}">
                <a16:creationId xmlns:a16="http://schemas.microsoft.com/office/drawing/2014/main" id="{93846A34-B820-3039-BCAB-31534BE72E17}"/>
              </a:ext>
            </a:extLst>
          </p:cNvPr>
          <p:cNvSpPr>
            <a:spLocks noGrp="1"/>
          </p:cNvSpPr>
          <p:nvPr>
            <p:ph type="subTitle" idx="1"/>
          </p:nvPr>
        </p:nvSpPr>
        <p:spPr/>
        <p:txBody>
          <a:bodyPr/>
          <a:lstStyle/>
          <a:p>
            <a:r>
              <a:rPr lang="en-IN" b="1" dirty="0"/>
              <a:t>Building Basic Calculator </a:t>
            </a:r>
            <a:br>
              <a:rPr lang="en-IN" dirty="0"/>
            </a:br>
            <a:r>
              <a:rPr lang="en-US" dirty="0"/>
              <a:t>by Harsimran Kaur</a:t>
            </a:r>
          </a:p>
          <a:p>
            <a:endParaRPr lang="en-IN" b="1" dirty="0"/>
          </a:p>
        </p:txBody>
      </p:sp>
    </p:spTree>
    <p:extLst>
      <p:ext uri="{BB962C8B-B14F-4D97-AF65-F5344CB8AC3E}">
        <p14:creationId xmlns:p14="http://schemas.microsoft.com/office/powerpoint/2010/main" val="1667270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18DE-D743-023D-F092-EAB8A5C30044}"/>
              </a:ext>
            </a:extLst>
          </p:cNvPr>
          <p:cNvSpPr>
            <a:spLocks noGrp="1"/>
          </p:cNvSpPr>
          <p:nvPr>
            <p:ph type="title"/>
          </p:nvPr>
        </p:nvSpPr>
        <p:spPr/>
        <p:txBody>
          <a:bodyPr/>
          <a:lstStyle/>
          <a:p>
            <a:r>
              <a:rPr lang="en-US" dirty="0">
                <a:solidFill>
                  <a:srgbClr val="C00000"/>
                </a:solidFill>
              </a:rPr>
              <a:t>                                  </a:t>
            </a:r>
            <a:r>
              <a:rPr lang="en-US" sz="6000" dirty="0">
                <a:solidFill>
                  <a:srgbClr val="C00000"/>
                </a:solidFill>
              </a:rPr>
              <a:t>Overview</a:t>
            </a:r>
            <a:endParaRPr lang="en-IN" sz="6000" dirty="0">
              <a:solidFill>
                <a:srgbClr val="C00000"/>
              </a:solidFill>
            </a:endParaRPr>
          </a:p>
        </p:txBody>
      </p:sp>
      <p:sp>
        <p:nvSpPr>
          <p:cNvPr id="4" name="Rectangle 1">
            <a:extLst>
              <a:ext uri="{FF2B5EF4-FFF2-40B4-BE49-F238E27FC236}">
                <a16:creationId xmlns:a16="http://schemas.microsoft.com/office/drawing/2014/main" id="{5A9AAB97-D735-DC66-7965-5D4830C9EC0C}"/>
              </a:ext>
            </a:extLst>
          </p:cNvPr>
          <p:cNvSpPr>
            <a:spLocks noGrp="1" noChangeArrowheads="1"/>
          </p:cNvSpPr>
          <p:nvPr>
            <p:ph idx="1"/>
          </p:nvPr>
        </p:nvSpPr>
        <p:spPr bwMode="auto">
          <a:xfrm>
            <a:off x="597310" y="1512006"/>
            <a:ext cx="10515600"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Smart Calculator Suite is a multipurpose Python program that combines a flexible unit converter and a scientific calculator into a single, user-friendly interface. This project supports sophisticated scientific functions like trigonometric calculations, logarithmic expressions, exponentiation, factorials, and angle mode switching between degrees and radians, in contrast to basic calculators that are frequently found online or on mobile devices. It has an integrated unit converter that can handle conversions of temperature, length, weight, volume, area, speed, time, and angle with precise formulas and conversion factors in addition to scientific calculation. Compared to simple calculators, it is more intuitive and configurable thanks to its tidy, well-organized GUI, which was created with Tkinter. Compared to standard basic calculators from other sources, this calculator is noticeably more potent, adaptable, and useful thanks to its dual functioning, sophisticated features, and extendable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6715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93F1-2A40-4087-7C82-429EAD9CB9D8}"/>
              </a:ext>
            </a:extLst>
          </p:cNvPr>
          <p:cNvSpPr>
            <a:spLocks noGrp="1"/>
          </p:cNvSpPr>
          <p:nvPr>
            <p:ph type="title"/>
          </p:nvPr>
        </p:nvSpPr>
        <p:spPr/>
        <p:txBody>
          <a:bodyPr/>
          <a:lstStyle/>
          <a:p>
            <a:r>
              <a:rPr lang="en-IN" dirty="0">
                <a:solidFill>
                  <a:srgbClr val="C00000"/>
                </a:solidFill>
              </a:rPr>
              <a:t>                                 </a:t>
            </a:r>
            <a:r>
              <a:rPr lang="en-IN" sz="6000" dirty="0">
                <a:solidFill>
                  <a:srgbClr val="C00000"/>
                </a:solidFill>
              </a:rPr>
              <a:t>Libraries</a:t>
            </a:r>
          </a:p>
        </p:txBody>
      </p:sp>
      <p:sp>
        <p:nvSpPr>
          <p:cNvPr id="3" name="Content Placeholder 2">
            <a:extLst>
              <a:ext uri="{FF2B5EF4-FFF2-40B4-BE49-F238E27FC236}">
                <a16:creationId xmlns:a16="http://schemas.microsoft.com/office/drawing/2014/main" id="{237D6761-D468-A9F6-7D6B-D8EE343C5BBF}"/>
              </a:ext>
            </a:extLst>
          </p:cNvPr>
          <p:cNvSpPr>
            <a:spLocks noGrp="1"/>
          </p:cNvSpPr>
          <p:nvPr>
            <p:ph idx="1"/>
          </p:nvPr>
        </p:nvSpPr>
        <p:spPr/>
        <p:txBody>
          <a:bodyPr>
            <a:normAutofit fontScale="85000" lnSpcReduction="200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Tkinter package, which is Python's standard GUI toolkit and the best option for creating desktop programs without the need for external installations, is the main tool used in this project. The scientific calculator and the unit converter were designed with an easy-to-use and responsive interface thanks to Tkinter's straightforward yet effective framework for buttons, labels, input fields, and organized layouts. The project makes use of Tkinter as well as Python's built-in math library, which provides dependable implementations of factorial, exponential, logarithmic, and trigonometric functions. The math module is a logical choice because these capabilities are necessary for carrying out precise scientific computations. In order to improve the user experience and make the program more interactive and user-friendly, the project additionally imports ttk from Tkinter for better widget style and message box for showing error messages. These libraries were selected collectively because of their dependability, ease of use, and capacity to satisfy every functional need of a scientific calculator and unit converter.</a:t>
            </a:r>
          </a:p>
          <a:p>
            <a:endParaRPr lang="en-IN" dirty="0"/>
          </a:p>
        </p:txBody>
      </p:sp>
    </p:spTree>
    <p:extLst>
      <p:ext uri="{BB962C8B-B14F-4D97-AF65-F5344CB8AC3E}">
        <p14:creationId xmlns:p14="http://schemas.microsoft.com/office/powerpoint/2010/main" val="3229997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B0F7-F2DC-FA65-83B6-BCD52EF91C93}"/>
              </a:ext>
            </a:extLst>
          </p:cNvPr>
          <p:cNvSpPr>
            <a:spLocks noGrp="1"/>
          </p:cNvSpPr>
          <p:nvPr>
            <p:ph type="title"/>
          </p:nvPr>
        </p:nvSpPr>
        <p:spPr/>
        <p:txBody>
          <a:bodyPr/>
          <a:lstStyle/>
          <a:p>
            <a:r>
              <a:rPr lang="en-US" dirty="0">
                <a:solidFill>
                  <a:srgbClr val="C00000"/>
                </a:solidFill>
              </a:rPr>
              <a:t>                             </a:t>
            </a:r>
            <a:r>
              <a:rPr lang="en-US" sz="6000" dirty="0">
                <a:solidFill>
                  <a:srgbClr val="C00000"/>
                </a:solidFill>
              </a:rPr>
              <a:t>Challenges</a:t>
            </a:r>
            <a:endParaRPr lang="en-IN" sz="6000" dirty="0">
              <a:solidFill>
                <a:srgbClr val="C00000"/>
              </a:solidFill>
            </a:endParaRPr>
          </a:p>
        </p:txBody>
      </p:sp>
      <p:sp>
        <p:nvSpPr>
          <p:cNvPr id="4" name="Rectangle 1">
            <a:extLst>
              <a:ext uri="{FF2B5EF4-FFF2-40B4-BE49-F238E27FC236}">
                <a16:creationId xmlns:a16="http://schemas.microsoft.com/office/drawing/2014/main" id="{CA4C2740-5B21-CC1B-489D-A792C9403B95}"/>
              </a:ext>
            </a:extLst>
          </p:cNvPr>
          <p:cNvSpPr>
            <a:spLocks noGrp="1" noChangeArrowheads="1"/>
          </p:cNvSpPr>
          <p:nvPr>
            <p:ph idx="1"/>
          </p:nvPr>
        </p:nvSpPr>
        <p:spPr bwMode="auto">
          <a:xfrm>
            <a:off x="530942" y="1871603"/>
            <a:ext cx="1113011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 number of difficulties arose while the Smart Calculator Suite was being developed. Managing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complicated expressions in the scientific calculator without generating mistakes or crashes was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one of the main challenges. This was solved by carefully utilizing Python's eval() function 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conjunction with try-except sections for error management. Implementing precise unit conversions</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 several categories presented another difficulty, necessitating the proper use and investigation of</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conversion factors. It was challenging to design a responsive and user-friendly graphical user interface</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(GUI) that could support both the calculator and converter features, but Tkinter frames and well-organized</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button layouts made it easier to develop a clear interface. Overall, meticulous planning, modular code design,</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iterative testing to guarantee accuracy and usability were used to overcome these difficulties.</a:t>
            </a:r>
          </a:p>
        </p:txBody>
      </p:sp>
    </p:spTree>
    <p:extLst>
      <p:ext uri="{BB962C8B-B14F-4D97-AF65-F5344CB8AC3E}">
        <p14:creationId xmlns:p14="http://schemas.microsoft.com/office/powerpoint/2010/main" val="390401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8A14E-1855-9C8B-9F9C-AD058251CF5D}"/>
              </a:ext>
            </a:extLst>
          </p:cNvPr>
          <p:cNvSpPr>
            <a:spLocks noGrp="1"/>
          </p:cNvSpPr>
          <p:nvPr>
            <p:ph type="title"/>
          </p:nvPr>
        </p:nvSpPr>
        <p:spPr/>
        <p:txBody>
          <a:bodyPr>
            <a:normAutofit/>
          </a:bodyPr>
          <a:lstStyle/>
          <a:p>
            <a:r>
              <a:rPr lang="en-US" sz="6000" dirty="0">
                <a:solidFill>
                  <a:srgbClr val="C00000"/>
                </a:solidFill>
              </a:rPr>
              <a:t>                        Resources</a:t>
            </a:r>
            <a:endParaRPr lang="en-IN" sz="6000" dirty="0">
              <a:solidFill>
                <a:srgbClr val="C00000"/>
              </a:solidFill>
            </a:endParaRPr>
          </a:p>
        </p:txBody>
      </p:sp>
      <p:sp>
        <p:nvSpPr>
          <p:cNvPr id="4" name="Rectangle 1">
            <a:extLst>
              <a:ext uri="{FF2B5EF4-FFF2-40B4-BE49-F238E27FC236}">
                <a16:creationId xmlns:a16="http://schemas.microsoft.com/office/drawing/2014/main" id="{5D69E9A4-EBDB-F2F3-97A7-589119AB7625}"/>
              </a:ext>
            </a:extLst>
          </p:cNvPr>
          <p:cNvSpPr>
            <a:spLocks noGrp="1" noChangeArrowheads="1"/>
          </p:cNvSpPr>
          <p:nvPr>
            <p:ph idx="1"/>
          </p:nvPr>
        </p:nvSpPr>
        <p:spPr bwMode="auto">
          <a:xfrm>
            <a:off x="585019" y="2412997"/>
            <a:ext cx="1102196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Python was my primary programming language, and I also utilized the built-in math library for</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scientific functions</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Tkinter (and ttk) for creating the graphical user interface. To comprehend the fundamental design and implementation of a calculator user interface as well as the eval()-based logic, I consulted the Geeks for Geeks</a:t>
            </a:r>
            <a:r>
              <a:rPr lang="en-US" altLang="en-US" sz="2200" dirty="0">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article "Simple GUI calculator using Tkinter."  Geeks for Geeks. I also looked at internet tutorials and official Tkinter instructions for handling layouts and managing widgets. To guarantee accuracy, I used reliable reference materials and online conversion tables for unit conversion formulas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30316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59626-1BFD-1C7E-6301-CB0E8586D966}"/>
              </a:ext>
            </a:extLst>
          </p:cNvPr>
          <p:cNvSpPr>
            <a:spLocks noGrp="1"/>
          </p:cNvSpPr>
          <p:nvPr>
            <p:ph type="title"/>
          </p:nvPr>
        </p:nvSpPr>
        <p:spPr>
          <a:xfrm>
            <a:off x="838200" y="2766218"/>
            <a:ext cx="10515600" cy="1325563"/>
          </a:xfrm>
        </p:spPr>
        <p:txBody>
          <a:bodyPr/>
          <a:lstStyle/>
          <a:p>
            <a:r>
              <a:rPr lang="en-US" b="1" dirty="0">
                <a:solidFill>
                  <a:srgbClr val="C00000"/>
                </a:solidFill>
                <a:latin typeface="Algerian" panose="04020705040A02060702" pitchFamily="82" charset="0"/>
              </a:rPr>
              <a:t>                           THANK YOU</a:t>
            </a:r>
            <a:endParaRPr lang="en-IN" dirty="0"/>
          </a:p>
        </p:txBody>
      </p:sp>
    </p:spTree>
    <p:extLst>
      <p:ext uri="{BB962C8B-B14F-4D97-AF65-F5344CB8AC3E}">
        <p14:creationId xmlns:p14="http://schemas.microsoft.com/office/powerpoint/2010/main" val="4036212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610</Words>
  <Application>Microsoft Office PowerPoint</Application>
  <PresentationFormat>Widescreen</PresentationFormat>
  <Paragraphs>15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Algerian</vt:lpstr>
      <vt:lpstr>Aptos</vt:lpstr>
      <vt:lpstr>Aptos Display</vt:lpstr>
      <vt:lpstr>Arial</vt:lpstr>
      <vt:lpstr>Calibri</vt:lpstr>
      <vt:lpstr>Office Theme</vt:lpstr>
      <vt:lpstr>NextHikes IT Solutions </vt:lpstr>
      <vt:lpstr>                                  Overview</vt:lpstr>
      <vt:lpstr>                                 Libraries</vt:lpstr>
      <vt:lpstr>                             Challenges</vt:lpstr>
      <vt:lpstr>                        Resources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Harsimran Kaur</dc:creator>
  <cp:lastModifiedBy>Harsimran Kaur</cp:lastModifiedBy>
  <cp:revision>1</cp:revision>
  <dcterms:created xsi:type="dcterms:W3CDTF">2025-11-25T17:02:49Z</dcterms:created>
  <dcterms:modified xsi:type="dcterms:W3CDTF">2025-11-25T17:02:49Z</dcterms:modified>
</cp:coreProperties>
</file>